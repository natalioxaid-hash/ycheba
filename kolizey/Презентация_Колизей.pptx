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Фото: Wikimedia Commons
01: Colosseum-Rome-May-2009.jpg (Acediscovery, CC BY 4.0)
02: Colosseum of Rome and Roman forum.jpg (Wilfredor, CC0)
03: Gladiators from the Zliten mosaic 3 cropped.JPG (мозаика из Злитена, общественное достояние)
04: Gladiators face animals Zliten mosaic.JPG (мозаика из Злитена, общественное достояние)
05: Hypogeum 1 (15005526662).jpg (daryl_mitchell, CC BY-SA 2.0)
06: Roman Forum and the Colosseum.jpg (Michael Wilson, CC BY 2.0)
07: World Heritage Logo global.svg (эмблема ЮНЕСКО, общественное достояние)
08: Colosseum Arena (5986632567).jpg (Erik Drost, CC BY 2.0)
09: Colosseum at night - wide angle.JPG (Martin Falbisoner, CC BY-SA 3.0)
10: Colosseum Interior 1 (15005911295).jpg (daryl_mitchell, CC BY-SA 2.0)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Окружающий мир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691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Колизей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FE4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Всемирного наследия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Максимов Илья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4 «Г» класса</a:t>
            </a:r>
            <a:endParaRPr lang="en-US" sz="1600" dirty="0"/>
          </a:p>
        </p:txBody>
      </p:sp>
      <p:pic>
        <p:nvPicPr>
          <p:cNvPr id="7" name="Фото: Колизей снаружи" descr="Колизей снаруж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3840480" cy="42062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Колизей?</a:t>
            </a:r>
            <a:endParaRPr lang="en-US" sz="3400" dirty="0"/>
          </a:p>
        </p:txBody>
      </p:sp>
      <p:pic>
        <p:nvPicPr>
          <p:cNvPr id="3" name="Фото: Колизей целиком" descr="Колизей целик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3474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754880" y="109728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Колизей — огромный древний цирк-амфитеатр в городе Риме (Италия). Его построили почти 2000 лет назад, в 80 году.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5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Основал его император Веспасиан, а достроил его сын Тит.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754880" y="251460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EFE4D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754880" y="2606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зрителей помещалось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251460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EFE4D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2606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м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высота, как дом в 16 этажей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7033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EFE4D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0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4297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входов и выходов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370332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EFE4D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3794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лет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297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шла стройка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здесь происходило?</a:t>
            </a:r>
            <a:endParaRPr lang="en-US" sz="3400" dirty="0"/>
          </a:p>
        </p:txBody>
      </p:sp>
      <p:pic>
        <p:nvPicPr>
          <p:cNvPr id="3" name="Фото: гладиаторы" descr="гладиатор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560320" cy="2148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Бои гладиаторов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воины сражались на арене, а зрители болели за них.</a:t>
            </a:r>
            <a:endParaRPr lang="en-US" sz="1400" dirty="0"/>
          </a:p>
        </p:txBody>
      </p:sp>
      <p:pic>
        <p:nvPicPr>
          <p:cNvPr id="6" name="Фото: арена внутри" descr="арена внутр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2560320" cy="2148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329184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Дикие звери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далёких стран привозили львов, медведей и слонов.</a:t>
            </a:r>
            <a:endParaRPr lang="en-US" sz="1400" dirty="0"/>
          </a:p>
        </p:txBody>
      </p:sp>
      <p:pic>
        <p:nvPicPr>
          <p:cNvPr id="9" name="Фото: подземелья под ареной" descr="подземелья под арено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2560320" cy="21488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126480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Подземелья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126480" y="3794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ареной были клетки и подъёмники для зверей.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Колизей под охраной?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0" cy="731520"/>
          </a:xfrm>
          <a:prstGeom prst="ellipse">
            <a:avLst/>
          </a:prstGeom>
          <a:solidFill>
            <a:srgbClr val="B553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ЮНЕСКО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организация берёт под охрану самые ценные места Земли.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731520" cy="731520"/>
          </a:xfrm>
          <a:prstGeom prst="ellipse">
            <a:avLst/>
          </a:prstGeom>
          <a:solidFill>
            <a:srgbClr val="B5532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963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 год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51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Рима вместе с Колизеем внесли в список Всемирного наследия.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474720"/>
            <a:ext cx="731520" cy="731520"/>
          </a:xfrm>
          <a:prstGeom prst="ellipse">
            <a:avLst/>
          </a:prstGeom>
          <a:solidFill>
            <a:srgbClr val="B5532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393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 год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Колизей выбрали одним из Новых семи чудес света.</a:t>
            </a:r>
            <a:endParaRPr lang="en-US" sz="1400" dirty="0"/>
          </a:p>
        </p:txBody>
      </p:sp>
      <p:pic>
        <p:nvPicPr>
          <p:cNvPr id="15" name="Фото: Рим вокруг Колизея" descr="Рим вокруг Колизе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840480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pic>
        <p:nvPicPr>
          <p:cNvPr id="16" name="Фото: знак ЮНЕСКО" descr="знак ЮНЕСК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91840"/>
            <a:ext cx="1828800" cy="1371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pic>
        <p:nvPicPr>
          <p:cNvPr id="17" name="Фото: Колизей изнутри" descr="Колизей изнутр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291840"/>
            <a:ext cx="1828800" cy="1371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Колизей сегодня</a:t>
            </a:r>
            <a:endParaRPr lang="en-US" sz="3400" dirty="0"/>
          </a:p>
        </p:txBody>
      </p:sp>
      <p:pic>
        <p:nvPicPr>
          <p:cNvPr id="3" name="Фото: Колизей ночью" descr="Колизей ночь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86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pic>
        <p:nvPicPr>
          <p:cNvPr id="4" name="Фото: туристы у Колизея" descr="туристы у Колизе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2286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457200" y="3611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год сюда приезжают миллионы туристов.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Учёные укрепляют старые стены и чинят арену.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Царапать стены и уносить камни строго запрещено.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703320"/>
            <a:ext cx="502920" cy="5029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0A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Берегите чудеса света, чтобы их увидели и наши внуки!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Колизей — объект Всемирного наследия</dc:title>
  <dc:subject>PptxGenJS Presentation</dc:subject>
  <dc:creator>Максимов Илья</dc:creator>
  <cp:lastModifiedBy>Максимов Илья</cp:lastModifiedBy>
  <cp:revision>1</cp:revision>
  <dcterms:created xsi:type="dcterms:W3CDTF">2026-10-08T19:43:47Z</dcterms:created>
  <dcterms:modified xsi:type="dcterms:W3CDTF">2026-10-08T19:43:47Z</dcterms:modified>
</cp:coreProperties>
</file>